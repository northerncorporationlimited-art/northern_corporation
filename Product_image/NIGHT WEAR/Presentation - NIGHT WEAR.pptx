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6" r:id="rId3"/>
    <p:sldId id="261" r:id="rId4"/>
    <p:sldId id="278" r:id="rId5"/>
    <p:sldId id="279" r:id="rId6"/>
    <p:sldId id="283" r:id="rId7"/>
    <p:sldId id="280" r:id="rId8"/>
    <p:sldId id="281" r:id="rId9"/>
    <p:sldId id="282" r:id="rId10"/>
    <p:sldId id="284" r:id="rId11"/>
    <p:sldId id="285" r:id="rId12"/>
    <p:sldId id="27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3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B02BBE3-1AB3-47DF-BC88-B9DAA7AE2B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1F9E0D79-6B56-4AA2-B79A-1B0429E742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5E47990-7CDD-4426-95CF-FEAD79A81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0A9A9-95C3-4F54-A8BF-77BBB296CFC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41EAABD-A90A-4777-874D-74EDC80D8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EFA679E-040C-4BE8-90C3-207BA1B87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BCBF-79AA-40A8-A469-2A24227DE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226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4E30524-E5C8-41EC-8D50-0AE2BAD71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F4D0963-A47D-4F1F-A2E2-408AFE6C9E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A8357AB-7920-4A36-880C-0C3B5E7C5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0A9A9-95C3-4F54-A8BF-77BBB296CFC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E195953-AEA6-4D3C-A548-93DF613C6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F818688-9BF2-4869-A984-D450B31F3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BCBF-79AA-40A8-A469-2A24227DE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722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ED23F95-30DF-481F-B605-1481E0255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7F80912-3C0B-45D4-8AB9-7F103878F6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D4770F3-853D-46A8-A435-033DB8139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0A9A9-95C3-4F54-A8BF-77BBB296CFC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3EF84E1-78EB-4C6B-85A5-58C7AE8E3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49C14D6-6754-4A7B-A0B1-D5F9B1AC7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BCBF-79AA-40A8-A469-2A24227DE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3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FB1B634-6388-43D5-9A2A-4523DDC75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EC5307E-522F-4472-9EE6-170F544048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B8486CAD-6D3D-4A0D-BC63-150CB3B6DA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E6B70E9-2B99-4E37-BD41-62E54BF78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0A9A9-95C3-4F54-A8BF-77BBB296CFC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751BAF3-0F26-4C8E-986F-AE1237E18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4D3CB27-E545-4BE2-8084-11171A6FA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BCBF-79AA-40A8-A469-2A24227DE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576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F0E7871-B886-4F5A-B5CB-F48846853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B6B3EFA-5ED1-46B4-8A7C-02943EF1D9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FE364F29-2A61-4DE8-BCC8-4CB484F221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D744BCAB-BFF4-4968-810E-01B441BAE3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7BE2546-140D-43A6-A787-D4B933A189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826BF739-D923-402F-90DE-8CB1F2245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0A9A9-95C3-4F54-A8BF-77BBB296CFC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0C9BDE3D-706C-4A95-8C85-66753DD41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D8937CEC-C3D2-4E1B-BF15-B69B729C9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BCBF-79AA-40A8-A469-2A24227DE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026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4F3F701-F08F-4124-927C-BA975D633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44FD96AD-56CA-4CCD-896C-2FA1F597D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0A9A9-95C3-4F54-A8BF-77BBB296CFC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834BB5A3-7D0C-4FE1-8A07-D090F5AF6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D51C4455-8635-4406-884B-60EEF1F33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BCBF-79AA-40A8-A469-2A24227DE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580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07974B30-FE44-490F-8DF0-62C6465A4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0A9A9-95C3-4F54-A8BF-77BBB296CFC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C5680B0D-1634-4EB7-A76D-7C1A0B906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F98DB6B-1D34-49EB-B617-92AF9A74A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BCBF-79AA-40A8-A469-2A24227DE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729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4EB9A4A-CD6D-4F52-9AF7-4E4ACA423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EEC55BD-17E6-4D5C-B675-4BC0DD9D73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439A7FF2-EE18-498C-995A-006B8248DD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128BE7B9-9778-4C1A-84C2-D953179BA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0A9A9-95C3-4F54-A8BF-77BBB296CFC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E52ECC41-7FF7-4156-8316-6B7299B77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6A99CB58-B67C-4991-9907-A133A9752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BCBF-79AA-40A8-A469-2A24227DE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330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A88F3B7-E9E8-4FC7-AF68-2E5177321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E29A9D4F-4142-416B-B30C-7395B91878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486B7111-6745-4926-842B-E445F7925B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CAD5DCF-4966-4C9C-A020-135798758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0A9A9-95C3-4F54-A8BF-77BBB296CFC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D045CA75-ACED-4A58-9AFE-C43477626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8154811-435F-4C3A-8AAF-EA2172F60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BCBF-79AA-40A8-A469-2A24227DE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148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530BE22-5042-49A0-A24E-C5FD21C1B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B5132EB6-A318-4BA4-A10D-26B866F445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471D5E9-74D4-4582-AF3D-4B795A338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0A9A9-95C3-4F54-A8BF-77BBB296CFC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812B920-984D-4371-BCF3-D993F8B94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EABE54E-466A-4019-B38D-DD3150044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BCBF-79AA-40A8-A469-2A24227DE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864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5F830A11-B003-4781-A94A-889B4BB10E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3B3361CA-197F-4E45-A6D0-859B2F6D6E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207A4C0-AACE-4DE2-AF70-D2BF61D95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0A9A9-95C3-4F54-A8BF-77BBB296CFC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61F6251-81CA-4A97-9EA7-DE2C2B3CB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1AFA7BF-F040-441F-80EB-EBC7A4FCF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BCBF-79AA-40A8-A469-2A24227DE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81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AC0EC878-9879-41C7-8F30-8D12032C7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EC853AD-3890-4E40-AE1A-503474C9B5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F5AB456-5624-4763-B01A-BE60DBB409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70A9A9-95C3-4F54-A8BF-77BBB296CFC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36C2001-C067-4AD6-8768-16F6A00F25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1A933ED-76A5-4802-927E-AF957E82D7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F7BCBF-79AA-40A8-A469-2A24227DE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386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mailto:rafiq@ntg.net.bd" TargetMode="External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2.png"/><Relationship Id="rId4" Type="http://schemas.openxmlformats.org/officeDocument/2006/relationships/hyperlink" Target="mailto:q.zaman@ntg.com.b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Snipped 3">
            <a:extLst>
              <a:ext uri="{FF2B5EF4-FFF2-40B4-BE49-F238E27FC236}">
                <a16:creationId xmlns:a16="http://schemas.microsoft.com/office/drawing/2014/main" xmlns="" id="{2E871DBD-63F0-4CC7-B54B-860D2C8388FF}"/>
              </a:ext>
            </a:extLst>
          </p:cNvPr>
          <p:cNvSpPr/>
          <p:nvPr/>
        </p:nvSpPr>
        <p:spPr>
          <a:xfrm>
            <a:off x="6428785" y="746449"/>
            <a:ext cx="5225147" cy="4982545"/>
          </a:xfrm>
          <a:prstGeom prst="snip2Diag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Founded in the year 1987, </a:t>
            </a:r>
            <a:b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specialize in high-quality  fashion wear manufacturing, delivering performance-driven apparel through advanced technology and expert craftsmanship.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F7024E69-BF7F-4CA0-893E-FDB1D7E80CC3}"/>
              </a:ext>
            </a:extLst>
          </p:cNvPr>
          <p:cNvSpPr/>
          <p:nvPr/>
        </p:nvSpPr>
        <p:spPr>
          <a:xfrm>
            <a:off x="2587087" y="130830"/>
            <a:ext cx="6215419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cap="none" spc="0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chemeClr val="tx1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NORTHERN CORPORATION LTD.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FCA6AE05-80B1-4BD6-BF1E-07B50429F2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10" y="1829340"/>
            <a:ext cx="6706589" cy="35357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6363CDB2-E7D7-4A03-A663-3DB24192E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3892" y="91465"/>
            <a:ext cx="1123593" cy="164403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807D1792-BD1B-4A04-91DC-F63011533D14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731"/>
          <a:stretch/>
        </p:blipFill>
        <p:spPr>
          <a:xfrm>
            <a:off x="42182" y="5965400"/>
            <a:ext cx="934669" cy="875782"/>
          </a:xfrm>
          <a:prstGeom prst="rect">
            <a:avLst/>
          </a:prstGeom>
        </p:spPr>
      </p:pic>
      <p:pic>
        <p:nvPicPr>
          <p:cNvPr id="9" name="Picture 2" descr="Alim Knit (BD) Ltd | Certifications">
            <a:extLst>
              <a:ext uri="{FF2B5EF4-FFF2-40B4-BE49-F238E27FC236}">
                <a16:creationId xmlns:a16="http://schemas.microsoft.com/office/drawing/2014/main" xmlns="" id="{125DE740-9FF3-4740-BFEE-6366B33944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085" y="5922849"/>
            <a:ext cx="918332" cy="918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>
            <a:extLst>
              <a:ext uri="{FF2B5EF4-FFF2-40B4-BE49-F238E27FC236}">
                <a16:creationId xmlns:a16="http://schemas.microsoft.com/office/drawing/2014/main" xmlns="" id="{FAC01B89-DA99-438F-A68B-79D886064BD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3539" y="6026584"/>
            <a:ext cx="1042508" cy="747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6" descr="GOTS the leading organic textile standard - GOTS">
            <a:extLst>
              <a:ext uri="{FF2B5EF4-FFF2-40B4-BE49-F238E27FC236}">
                <a16:creationId xmlns:a16="http://schemas.microsoft.com/office/drawing/2014/main" xmlns="" id="{0C07F6FE-0B49-4566-84C8-00B512EEEE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3026" y="6025483"/>
            <a:ext cx="804532" cy="804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 descr="GRS - Global Recycle Standard - Certifications">
            <a:extLst>
              <a:ext uri="{FF2B5EF4-FFF2-40B4-BE49-F238E27FC236}">
                <a16:creationId xmlns:a16="http://schemas.microsoft.com/office/drawing/2014/main" xmlns="" id="{FEEDC69F-871E-4E4E-AF95-1CB3F08C9B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50" t="27026" r="7413" b="19521"/>
          <a:stretch/>
        </p:blipFill>
        <p:spPr bwMode="auto">
          <a:xfrm>
            <a:off x="3847319" y="6093731"/>
            <a:ext cx="1047754" cy="670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0" descr="Organic Content Standard (OCS) - Textile Exchange">
            <a:extLst>
              <a:ext uri="{FF2B5EF4-FFF2-40B4-BE49-F238E27FC236}">
                <a16:creationId xmlns:a16="http://schemas.microsoft.com/office/drawing/2014/main" xmlns="" id="{F5CD7596-CDAA-4E85-BFC4-B57EA22DA4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1012" y="6048932"/>
            <a:ext cx="804532" cy="804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7">
            <a:extLst>
              <a:ext uri="{FF2B5EF4-FFF2-40B4-BE49-F238E27FC236}">
                <a16:creationId xmlns:a16="http://schemas.microsoft.com/office/drawing/2014/main" xmlns="" id="{5FE333E5-3E46-4EA1-A437-F2366CD35AF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6065" y="6105472"/>
            <a:ext cx="1049744" cy="735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xmlns="" id="{1F2F2689-D65E-4C74-98F9-C226D5C4949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98675" y="6204857"/>
            <a:ext cx="1399970" cy="589802"/>
          </a:xfrm>
          <a:prstGeom prst="rect">
            <a:avLst/>
          </a:prstGeom>
        </p:spPr>
      </p:pic>
      <p:pic>
        <p:nvPicPr>
          <p:cNvPr id="23" name="Picture 4" descr="RWS - Responsible Wool Standard - Certifications">
            <a:extLst>
              <a:ext uri="{FF2B5EF4-FFF2-40B4-BE49-F238E27FC236}">
                <a16:creationId xmlns:a16="http://schemas.microsoft.com/office/drawing/2014/main" xmlns="" id="{2187124E-B927-455C-BCE8-4A41CC88D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6544" y="6067368"/>
            <a:ext cx="769441" cy="769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xmlns="" id="{0B3BA05F-C2DE-414C-9EC5-11AF2DEF83C5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489" y="6093932"/>
            <a:ext cx="965079" cy="81551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B85CFD2D-C7E1-41EF-9D28-CF5B5B2F1A8F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7385" y="6199037"/>
            <a:ext cx="679405" cy="58980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475F5A18-DC2F-4C34-944D-1A22FA9405E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2230" y="6210295"/>
            <a:ext cx="1376142" cy="589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221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9DB03024-3A8C-49B1-B6CF-47711D25A868}"/>
              </a:ext>
            </a:extLst>
          </p:cNvPr>
          <p:cNvSpPr/>
          <p:nvPr/>
        </p:nvSpPr>
        <p:spPr>
          <a:xfrm>
            <a:off x="836649" y="1162756"/>
            <a:ext cx="5097627" cy="1482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REF : NCL-10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Item : Ladies Top/Bottom set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Fabric : 100% cotton, S/J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Gsm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: 170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F277EA4B-95BC-48D0-BDAC-EC2C9B467A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852" y="5064681"/>
            <a:ext cx="1123593" cy="164403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B9382BB1-A329-4B34-B4C2-822B23C671D6}"/>
              </a:ext>
            </a:extLst>
          </p:cNvPr>
          <p:cNvSpPr/>
          <p:nvPr/>
        </p:nvSpPr>
        <p:spPr>
          <a:xfrm>
            <a:off x="920615" y="3301778"/>
            <a:ext cx="32311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BUYER: </a:t>
            </a:r>
            <a:r>
              <a:rPr lang="en-US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LINDEX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BRAND/LABEL: </a:t>
            </a:r>
            <a:r>
              <a:rPr lang="en-US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LINDEX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391C1977-20AD-4A59-BED3-8585FE91F3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3177" y="5615832"/>
            <a:ext cx="1188823" cy="124216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4779" y="316194"/>
            <a:ext cx="3743888" cy="629147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5693" y="2127903"/>
            <a:ext cx="2905570" cy="4358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9387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9DB03024-3A8C-49B1-B6CF-47711D25A868}"/>
              </a:ext>
            </a:extLst>
          </p:cNvPr>
          <p:cNvSpPr/>
          <p:nvPr/>
        </p:nvSpPr>
        <p:spPr>
          <a:xfrm>
            <a:off x="836649" y="1162756"/>
            <a:ext cx="5097627" cy="18819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REF : NCL-01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STYLE : PIPYJSMAR1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Item : </a:t>
            </a:r>
            <a:r>
              <a:rPr lang="en-US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Brushed Flannel </a:t>
            </a:r>
            <a:r>
              <a:rPr lang="en-US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Trousher</a:t>
            </a:r>
            <a:endPara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Fabric : 100% cotton, Flannel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Gsm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: 170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F277EA4B-95BC-48D0-BDAC-EC2C9B467A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852" y="5064681"/>
            <a:ext cx="1123593" cy="164403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B9382BB1-A329-4B34-B4C2-822B23C671D6}"/>
              </a:ext>
            </a:extLst>
          </p:cNvPr>
          <p:cNvSpPr/>
          <p:nvPr/>
        </p:nvSpPr>
        <p:spPr>
          <a:xfrm>
            <a:off x="920615" y="3301778"/>
            <a:ext cx="32311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BUYER: </a:t>
            </a:r>
            <a:r>
              <a:rPr lang="en-US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CELIO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BRAND/LABEL: CELIO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4918" y="27596"/>
            <a:ext cx="4935493" cy="66811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391C1977-20AD-4A59-BED3-8585FE91F3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3177" y="5615832"/>
            <a:ext cx="1188823" cy="124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468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9DB03024-3A8C-49B1-B6CF-47711D25A868}"/>
              </a:ext>
            </a:extLst>
          </p:cNvPr>
          <p:cNvSpPr/>
          <p:nvPr/>
        </p:nvSpPr>
        <p:spPr>
          <a:xfrm>
            <a:off x="836649" y="1162756"/>
            <a:ext cx="5097627" cy="1868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REF : NCL-02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STYLE : XPUPANTFLA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Item : </a:t>
            </a:r>
            <a:r>
              <a:rPr lang="en-US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Brushed Flannel </a:t>
            </a:r>
            <a:r>
              <a:rPr lang="en-US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Trousher</a:t>
            </a:r>
            <a:endPara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Fabric : 100% cotton, Flannel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Gsm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: 140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F277EA4B-95BC-48D0-BDAC-EC2C9B467A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852" y="5064681"/>
            <a:ext cx="1123593" cy="164403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B9382BB1-A329-4B34-B4C2-822B23C671D6}"/>
              </a:ext>
            </a:extLst>
          </p:cNvPr>
          <p:cNvSpPr/>
          <p:nvPr/>
        </p:nvSpPr>
        <p:spPr>
          <a:xfrm>
            <a:off x="920615" y="3301778"/>
            <a:ext cx="32311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BUYER: </a:t>
            </a:r>
            <a:r>
              <a:rPr lang="en-US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CELIO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BRAND/LABEL: CELIO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1341" y="31134"/>
            <a:ext cx="4572000" cy="65412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391C1977-20AD-4A59-BED3-8585FE91F3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3177" y="5615832"/>
            <a:ext cx="1188823" cy="124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9156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9DB03024-3A8C-49B1-B6CF-47711D25A868}"/>
              </a:ext>
            </a:extLst>
          </p:cNvPr>
          <p:cNvSpPr/>
          <p:nvPr/>
        </p:nvSpPr>
        <p:spPr>
          <a:xfrm>
            <a:off x="836649" y="1162756"/>
            <a:ext cx="5097627" cy="1868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REF : NCL-03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STYLE : XPIPYRESTO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Item : </a:t>
            </a:r>
            <a:r>
              <a:rPr lang="en-US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Brushed Flannel </a:t>
            </a:r>
            <a:r>
              <a:rPr lang="en-US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Trousher</a:t>
            </a:r>
            <a:endPara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Fabric : 100% cotton, Flannel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Gsm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: 160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F277EA4B-95BC-48D0-BDAC-EC2C9B467A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852" y="5064681"/>
            <a:ext cx="1123593" cy="164403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B9382BB1-A329-4B34-B4C2-822B23C671D6}"/>
              </a:ext>
            </a:extLst>
          </p:cNvPr>
          <p:cNvSpPr/>
          <p:nvPr/>
        </p:nvSpPr>
        <p:spPr>
          <a:xfrm>
            <a:off x="920615" y="3301778"/>
            <a:ext cx="32311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BUYER: </a:t>
            </a:r>
            <a:r>
              <a:rPr lang="en-US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CELIO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BRAND/LABEL: CELIO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9999" y="237525"/>
            <a:ext cx="4258614" cy="64711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391C1977-20AD-4A59-BED3-8585FE91F3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3177" y="5615832"/>
            <a:ext cx="1188823" cy="124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88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9DB03024-3A8C-49B1-B6CF-47711D25A868}"/>
              </a:ext>
            </a:extLst>
          </p:cNvPr>
          <p:cNvSpPr/>
          <p:nvPr/>
        </p:nvSpPr>
        <p:spPr>
          <a:xfrm>
            <a:off x="836649" y="1162756"/>
            <a:ext cx="5097627" cy="1868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REF : NCL-04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STYLE : XPIPYTRAD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Item : </a:t>
            </a:r>
            <a:r>
              <a:rPr lang="en-US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Top/Bottom set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Fabric : 100% cotton, </a:t>
            </a:r>
            <a:r>
              <a:rPr lang="en-US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BrushFlannel</a:t>
            </a:r>
            <a:endPara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Gsm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: 160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F277EA4B-95BC-48D0-BDAC-EC2C9B467A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852" y="5064681"/>
            <a:ext cx="1123593" cy="164403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B9382BB1-A329-4B34-B4C2-822B23C671D6}"/>
              </a:ext>
            </a:extLst>
          </p:cNvPr>
          <p:cNvSpPr/>
          <p:nvPr/>
        </p:nvSpPr>
        <p:spPr>
          <a:xfrm>
            <a:off x="920615" y="3301778"/>
            <a:ext cx="32311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BUYER: </a:t>
            </a:r>
            <a:r>
              <a:rPr lang="en-US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CELIO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BRAND/LABEL: CELIO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5752" y="206062"/>
            <a:ext cx="4332274" cy="65026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391C1977-20AD-4A59-BED3-8585FE91F3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3177" y="5615832"/>
            <a:ext cx="1188823" cy="124216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9211" y="3031537"/>
            <a:ext cx="2253081" cy="3346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4151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9DB03024-3A8C-49B1-B6CF-47711D25A868}"/>
              </a:ext>
            </a:extLst>
          </p:cNvPr>
          <p:cNvSpPr/>
          <p:nvPr/>
        </p:nvSpPr>
        <p:spPr>
          <a:xfrm>
            <a:off x="836649" y="1162756"/>
            <a:ext cx="5097627" cy="1868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REF : NCL-05 (Set)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STYLE : GIPYSHORT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Item : </a:t>
            </a:r>
            <a:r>
              <a:rPr lang="en-US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Mens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Top/Bottom set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Fabric : 100% cotton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Gsm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: 160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F277EA4B-95BC-48D0-BDAC-EC2C9B467A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852" y="5064681"/>
            <a:ext cx="1123593" cy="164403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B9382BB1-A329-4B34-B4C2-822B23C671D6}"/>
              </a:ext>
            </a:extLst>
          </p:cNvPr>
          <p:cNvSpPr/>
          <p:nvPr/>
        </p:nvSpPr>
        <p:spPr>
          <a:xfrm>
            <a:off x="920615" y="3301778"/>
            <a:ext cx="32311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BUYER: </a:t>
            </a:r>
            <a:r>
              <a:rPr lang="en-US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CELIO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BRAND/LABEL: CELIO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1496" y="0"/>
            <a:ext cx="4232856" cy="67087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391C1977-20AD-4A59-BED3-8585FE91F3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3177" y="5615832"/>
            <a:ext cx="1188823" cy="124216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7756" y="139401"/>
            <a:ext cx="2715182" cy="321495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9381" y="3751767"/>
            <a:ext cx="2793557" cy="2625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863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9DB03024-3A8C-49B1-B6CF-47711D25A868}"/>
              </a:ext>
            </a:extLst>
          </p:cNvPr>
          <p:cNvSpPr/>
          <p:nvPr/>
        </p:nvSpPr>
        <p:spPr>
          <a:xfrm>
            <a:off x="836649" y="1162756"/>
            <a:ext cx="5097627" cy="1868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REF : NCL-06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STYLE : AN31592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Item : Ladies Hoodie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Fabric : 55% linen,45% </a:t>
            </a:r>
            <a:r>
              <a:rPr lang="en-US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loycell</a:t>
            </a:r>
            <a:endPara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Gsm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: 170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F277EA4B-95BC-48D0-BDAC-EC2C9B467A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852" y="5064681"/>
            <a:ext cx="1123593" cy="164403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B9382BB1-A329-4B34-B4C2-822B23C671D6}"/>
              </a:ext>
            </a:extLst>
          </p:cNvPr>
          <p:cNvSpPr/>
          <p:nvPr/>
        </p:nvSpPr>
        <p:spPr>
          <a:xfrm>
            <a:off x="920615" y="3301778"/>
            <a:ext cx="32311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BUYER: 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BRAND/LABEL: 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8872" y="151263"/>
            <a:ext cx="4271493" cy="60856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391C1977-20AD-4A59-BED3-8585FE91F3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3177" y="5615832"/>
            <a:ext cx="1188823" cy="124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4805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9DB03024-3A8C-49B1-B6CF-47711D25A868}"/>
              </a:ext>
            </a:extLst>
          </p:cNvPr>
          <p:cNvSpPr/>
          <p:nvPr/>
        </p:nvSpPr>
        <p:spPr>
          <a:xfrm>
            <a:off x="836649" y="1162756"/>
            <a:ext cx="5097627" cy="1868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REF : NCL-07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STYLE : XPUPYJBOWS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Item : Ladies Top/Bottom Set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Fabric : 55% cotton, 45% viscose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Gsm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: 150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F277EA4B-95BC-48D0-BDAC-EC2C9B467A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852" y="5064681"/>
            <a:ext cx="1123593" cy="164403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B9382BB1-A329-4B34-B4C2-822B23C671D6}"/>
              </a:ext>
            </a:extLst>
          </p:cNvPr>
          <p:cNvSpPr/>
          <p:nvPr/>
        </p:nvSpPr>
        <p:spPr>
          <a:xfrm>
            <a:off x="920615" y="3301778"/>
            <a:ext cx="32311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BUYER: CELIO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BRAND/LABEL: CELIO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9619" y="22041"/>
            <a:ext cx="3649339" cy="601899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391C1977-20AD-4A59-BED3-8585FE91F3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3177" y="5615832"/>
            <a:ext cx="1188823" cy="124216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4682" y="2645427"/>
            <a:ext cx="3046614" cy="4063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0034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9DB03024-3A8C-49B1-B6CF-47711D25A868}"/>
              </a:ext>
            </a:extLst>
          </p:cNvPr>
          <p:cNvSpPr/>
          <p:nvPr/>
        </p:nvSpPr>
        <p:spPr>
          <a:xfrm>
            <a:off x="836649" y="1162756"/>
            <a:ext cx="5097627" cy="18819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REF : NCL-08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STYLE : XPUPYJ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Item : Ladies Trouser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Fabric : 95% cotton, 5% spandex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Gsm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: 180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F277EA4B-95BC-48D0-BDAC-EC2C9B467A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852" y="5064681"/>
            <a:ext cx="1123593" cy="164403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B9382BB1-A329-4B34-B4C2-822B23C671D6}"/>
              </a:ext>
            </a:extLst>
          </p:cNvPr>
          <p:cNvSpPr/>
          <p:nvPr/>
        </p:nvSpPr>
        <p:spPr>
          <a:xfrm>
            <a:off x="920615" y="3301778"/>
            <a:ext cx="32311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BUYER: </a:t>
            </a:r>
            <a:r>
              <a:rPr lang="en-US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LINDEX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BRAND/LABEL: </a:t>
            </a:r>
            <a:r>
              <a:rPr lang="en-US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LINDEX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9551" y="165152"/>
            <a:ext cx="3823370" cy="65549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391C1977-20AD-4A59-BED3-8585FE91F3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3177" y="5615832"/>
            <a:ext cx="1188823" cy="124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0444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9DB03024-3A8C-49B1-B6CF-47711D25A868}"/>
              </a:ext>
            </a:extLst>
          </p:cNvPr>
          <p:cNvSpPr/>
          <p:nvPr/>
        </p:nvSpPr>
        <p:spPr>
          <a:xfrm>
            <a:off x="836649" y="1162756"/>
            <a:ext cx="5097627" cy="1482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REF : NCL-09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Item : Ladies Top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Fabric : 100% cotton, S/J Merino wool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Gsm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: 180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F277EA4B-95BC-48D0-BDAC-EC2C9B467A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852" y="5064681"/>
            <a:ext cx="1123593" cy="164403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B9382BB1-A329-4B34-B4C2-822B23C671D6}"/>
              </a:ext>
            </a:extLst>
          </p:cNvPr>
          <p:cNvSpPr/>
          <p:nvPr/>
        </p:nvSpPr>
        <p:spPr>
          <a:xfrm>
            <a:off x="920615" y="3301778"/>
            <a:ext cx="32311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BUYER: </a:t>
            </a:r>
            <a:r>
              <a:rPr lang="en-US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LINDEX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BRAND/LABEL: </a:t>
            </a:r>
            <a:r>
              <a:rPr lang="en-US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LINDEX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1656" y="115665"/>
            <a:ext cx="4134119" cy="66804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391C1977-20AD-4A59-BED3-8585FE91F3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3177" y="5615832"/>
            <a:ext cx="1188823" cy="124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3771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8268AE68-079A-45D5-A235-7CC840D770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669" y="643812"/>
            <a:ext cx="6460918" cy="384953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D26DED96-0925-4AAE-9BDE-104644819EF5}"/>
              </a:ext>
            </a:extLst>
          </p:cNvPr>
          <p:cNvSpPr/>
          <p:nvPr/>
        </p:nvSpPr>
        <p:spPr>
          <a:xfrm>
            <a:off x="7274779" y="507862"/>
            <a:ext cx="4519126" cy="3877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Contact Us :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Mr. Naim Hasan.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Managing Director.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Email: </a:t>
            </a:r>
            <a:r>
              <a:rPr lang="en-US" sz="1400" u="sng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naim@ntg.net.bd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14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14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Mr. Rafiq Hasan.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Director.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Email: </a:t>
            </a:r>
            <a:r>
              <a:rPr lang="en-US" sz="1400" u="sng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rafiq@ntg.net.bd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Mr. Abul </a:t>
            </a:r>
            <a:r>
              <a:rPr lang="en-US" sz="1400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Hasnat</a:t>
            </a:r>
            <a:r>
              <a:rPr lang="en-US" sz="14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Mohammad Quamruzzaman, FCMA.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Executive Director.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Email: </a:t>
            </a:r>
            <a:r>
              <a:rPr lang="en-US" sz="1400" u="sng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q.zaman@ntg.com.bd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EF120C79-AAC0-4ED9-8A30-76E9D9EA4351}"/>
              </a:ext>
            </a:extLst>
          </p:cNvPr>
          <p:cNvSpPr/>
          <p:nvPr/>
        </p:nvSpPr>
        <p:spPr>
          <a:xfrm>
            <a:off x="4031606" y="5085378"/>
            <a:ext cx="4039373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chemeClr val="tx1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YOU!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036BC772-8DFC-491F-96DE-7626079247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852" y="5064681"/>
            <a:ext cx="1123593" cy="164403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B9BCE96D-6701-4B26-97E5-E1BA325BA9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6020" y="5466544"/>
            <a:ext cx="1188823" cy="124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876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469</TotalTime>
  <Words>107</Words>
  <Application>Microsoft Office PowerPoint</Application>
  <PresentationFormat>Widescreen</PresentationFormat>
  <Paragraphs>78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54</cp:revision>
  <dcterms:created xsi:type="dcterms:W3CDTF">2025-04-22T10:02:30Z</dcterms:created>
  <dcterms:modified xsi:type="dcterms:W3CDTF">2026-03-31T10:22:36Z</dcterms:modified>
</cp:coreProperties>
</file>